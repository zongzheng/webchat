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55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2017/9/22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971600" y="332656"/>
            <a:ext cx="41044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i="1" dirty="0" smtClean="0">
                <a:solidFill>
                  <a:srgbClr val="7030A0"/>
                </a:solidFill>
              </a:rPr>
              <a:t>ggplot2</a:t>
            </a:r>
            <a:endParaRPr lang="zh-CN" altLang="en-US" sz="9600" i="1" dirty="0">
              <a:solidFill>
                <a:srgbClr val="7030A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552" y="2492896"/>
            <a:ext cx="813690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i="1" dirty="0" smtClean="0">
                <a:solidFill>
                  <a:srgbClr val="7030A0"/>
                </a:solidFill>
                <a:latin typeface="隶书" pitchFamily="49" charset="-122"/>
                <a:ea typeface="隶书" pitchFamily="49" charset="-122"/>
              </a:rPr>
              <a:t>林业及生态</a:t>
            </a:r>
            <a:endParaRPr lang="en-US" altLang="zh-CN" sz="6600" b="1" i="1" dirty="0" smtClean="0">
              <a:solidFill>
                <a:srgbClr val="7030A0"/>
              </a:solidFill>
              <a:latin typeface="隶书" pitchFamily="49" charset="-122"/>
              <a:ea typeface="隶书" pitchFamily="49" charset="-122"/>
            </a:endParaRPr>
          </a:p>
          <a:p>
            <a:r>
              <a:rPr lang="en-US" altLang="zh-CN" sz="6600" b="1" i="1" dirty="0" smtClean="0">
                <a:solidFill>
                  <a:srgbClr val="7030A0"/>
                </a:solidFill>
                <a:latin typeface="隶书" pitchFamily="49" charset="-122"/>
                <a:ea typeface="隶书" pitchFamily="49" charset="-122"/>
              </a:rPr>
              <a:t>       </a:t>
            </a:r>
            <a:r>
              <a:rPr lang="zh-CN" altLang="en-US" sz="8800" b="1" i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专业知识</a:t>
            </a:r>
            <a:endParaRPr lang="zh-CN" altLang="en-US" sz="8800" b="1" i="1" dirty="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31640" y="2996952"/>
            <a:ext cx="59766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b="1" i="1" dirty="0" smtClean="0">
                <a:solidFill>
                  <a:srgbClr val="7030A0"/>
                </a:solidFill>
                <a:latin typeface="隶书" pitchFamily="49" charset="-122"/>
                <a:ea typeface="隶书" pitchFamily="49" charset="-122"/>
              </a:rPr>
              <a:t>森林经理学</a:t>
            </a:r>
            <a:endParaRPr lang="zh-CN" altLang="en-US" sz="8800" b="1" i="1" dirty="0">
              <a:solidFill>
                <a:srgbClr val="7030A0"/>
              </a:solidFill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全屏显示(4:3)</PresentationFormat>
  <Paragraphs>4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幻灯片 1</vt:lpstr>
      <vt:lpstr>幻灯片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tanwei</dc:creator>
  <cp:lastModifiedBy>tanwei</cp:lastModifiedBy>
  <cp:revision>3</cp:revision>
  <dcterms:created xsi:type="dcterms:W3CDTF">2017-09-21T09:02:55Z</dcterms:created>
  <dcterms:modified xsi:type="dcterms:W3CDTF">2017-09-22T01:08:35Z</dcterms:modified>
</cp:coreProperties>
</file>